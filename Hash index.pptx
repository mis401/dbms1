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5FEA-80EF-4719-AAB4-93027E80C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60ECD-32A1-4E53-A145-2A7D21429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7B51A-1D5A-4726-A0AB-05CA3429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8AF2B-A0F8-4B34-96A1-7E807022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DACD-0E61-4406-B60B-F5F0817A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4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8BB8-88BF-4AD6-8470-601319C0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A2A1B-62EB-47E0-976C-F1D0DFD8B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D99C3-E1C6-4D27-93EA-ABFE1EBB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36E31-EBAB-479D-849F-21ED4A23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A8EA1-2155-4CFC-A710-55420933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6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D6FE-957D-4620-8785-DB48A450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D4558-85A0-439E-866B-B8AF8FD12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0DC2A-268B-441A-ACBE-C1DF5939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B5D5C-450D-410C-961C-1FDC1179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92D1-3CE1-4A1C-8B70-EB7A7493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3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62A-66C2-4865-B5C9-D5909356A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1931D-C22D-4FB3-BEF5-0EBCD2B8A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15A15-73B4-47D3-BBC7-3B80AC97E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4D312-8441-4D49-ACC7-AEF484D12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9ABA6-2269-438F-9228-FF2406C7E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993F4-34FF-4A85-B099-AB1D6FF0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5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E224-3AF8-4DAC-9B1B-682B05072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A5827-CB39-4143-B0E2-55C229DA7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42112-3678-4F49-AAF8-89C68A4B6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E9210-4916-4139-8D17-5D26CFB65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DE76D-9CA2-4D43-AFB4-2FD142943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50579-9E94-4A2E-B557-81D99391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A9777-BA91-47A6-B406-3ADDC01A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A0B75-535E-45B8-8A7D-620D4F4A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F062-6EF4-4467-B6EC-D9C5EE4D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C37D6-5F77-4A68-AD07-B7E279F1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A77D6-2977-4CB1-B347-5D353666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8DE17-D72D-4039-80F1-3F39F503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5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E91117-AAD4-4D70-927E-020D27FE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B40CA-CBDD-4A57-AF03-FC424E60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6F93C-FFD7-433A-8CF7-74C83B1C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8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ABE98-1C40-4F1C-932E-6DAA5A43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CC955-97BD-43EF-84D9-07547B223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73A2B-65B6-4D54-8C7C-9F024F01A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0F17B-6D33-4856-A5C9-9BF9C5A4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EC9DF-E8EB-4ECE-BFF6-E5F51AB8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E1A39-87F0-40B0-BDD2-A69BC0B9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0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A01A-36E5-4FAB-9A2F-458EFB0C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4765AF-CA78-49F4-B234-AD087801A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91AE1-D4C5-419A-86DD-FF2007AFF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627BF-3E75-4844-AC9A-928B1794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9015-01E6-4031-B9F0-2464FD68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006C2-A897-4CDA-ACB7-A37656FC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8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6709-6B2A-491D-A10C-BC823978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C9E53-80AB-4EB2-9882-326836D89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DB7A6-168C-4109-ADBD-24B1BD74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0B0A5-91AA-46BD-B61D-552DA314E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12EC4-D997-4103-BBC7-9BE30C2E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9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0A947-E58E-4B8F-AEF3-904033C78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2A418-AC49-4D7A-8D00-2CFAD3754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2E242-E7CC-4568-8D9A-DE23A669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778E-D473-4013-92D6-E7FE2D110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A3038-F6B7-4C2F-BCFB-7B8A55D8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0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95270-10EF-417E-8C36-5820E2D8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6B19F-A4EC-4714-8A57-212E2A313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18F21-EF39-43B8-81C7-A84D5925F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CC5F5-036B-46E0-9F32-16A853B39F2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687F9-1279-4E1F-B9D1-0D384AEB0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17F29-811F-4C39-B761-C8FD3E5A6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B063-A957-4C27-BB40-EB1B1DAA8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7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9533-F900-4C90-8955-77DB2DFFE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Hash 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BA280-FC97-4E81-870D-06D491140D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76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Hash index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 index</dc:title>
  <dc:creator>Mihajlo Bencun</dc:creator>
  <cp:lastModifiedBy>Mihajlo Bencun</cp:lastModifiedBy>
  <cp:revision>1</cp:revision>
  <dcterms:created xsi:type="dcterms:W3CDTF">2026-05-12T20:49:55Z</dcterms:created>
  <dcterms:modified xsi:type="dcterms:W3CDTF">2026-05-12T20:50:01Z</dcterms:modified>
</cp:coreProperties>
</file>